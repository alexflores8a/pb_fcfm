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la Marlene Viera Gonzalez" userId="f60b178c-211f-4669-ad47-16adb900e3e3" providerId="ADAL" clId="{F9442F68-6B97-416D-869C-8F32AC6F21BE}"/>
    <pc:docChg chg="undo custSel modSld">
      <pc:chgData name="Perla Marlene Viera Gonzalez" userId="f60b178c-211f-4669-ad47-16adb900e3e3" providerId="ADAL" clId="{F9442F68-6B97-416D-869C-8F32AC6F21BE}" dt="2026-03-23T16:38:47.818" v="2" actId="20577"/>
      <pc:docMkLst>
        <pc:docMk/>
      </pc:docMkLst>
      <pc:sldChg chg="modSp mod">
        <pc:chgData name="Perla Marlene Viera Gonzalez" userId="f60b178c-211f-4669-ad47-16adb900e3e3" providerId="ADAL" clId="{F9442F68-6B97-416D-869C-8F32AC6F21BE}" dt="2026-03-23T16:38:47.818" v="2" actId="20577"/>
        <pc:sldMkLst>
          <pc:docMk/>
          <pc:sldMk cId="3183915247" sldId="259"/>
        </pc:sldMkLst>
        <pc:graphicFrameChg chg="modGraphic">
          <ac:chgData name="Perla Marlene Viera Gonzalez" userId="f60b178c-211f-4669-ad47-16adb900e3e3" providerId="ADAL" clId="{F9442F68-6B97-416D-869C-8F32AC6F21BE}" dt="2026-03-23T16:38:47.818" v="2" actId="20577"/>
          <ac:graphicFrameMkLst>
            <pc:docMk/>
            <pc:sldMk cId="3183915247" sldId="259"/>
            <ac:graphicFrameMk id="4" creationId="{55DE9B30-D375-7384-C3D1-E58698505F5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8B83-0D53-5806-EC19-3D2004F11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7C85E-314E-D947-8E00-0DEC7229B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BA91-3899-B4CC-D023-89539FAE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46D1-5ED6-6A6B-4215-52393052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6DF6A-88B6-502C-8046-D8399005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81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7DBE-DE29-2B6A-3167-DA9ABFE7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26FF-1FF2-B637-E343-62DB996A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D498-D49D-3DAF-2A04-A3BBD030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926A0-E2E6-6B7E-6946-87DFF02F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051D6-4969-4831-5DF0-37DDA78C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314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3E275-FC75-CFBE-0CE7-4A88A33A0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691A0-09A5-DF1E-46C8-B123C7DFE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1CC6-1DAE-6F6D-5043-267ABFCA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46FA-5644-47C2-5B3D-C0CC363E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1768C-E68F-AEE8-FE17-D5658331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326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7A3F-BBA1-5E85-7107-4E6845682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9A40-2600-E095-D962-31CA34075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7175A-758F-35F5-8D78-5A11959B9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B4012-FD72-7603-D80F-6FC557A0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F279-275C-A82D-4496-134A3380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93B82-5F4E-EACE-C831-8D5777C2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064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F552-1405-4949-3060-6FCAE063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A62A5-04EC-B092-012D-7EFA5A212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FF346-48C7-8FDD-7C30-DC968C9A9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9273D-88DD-4B80-392B-991DAC265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1D00EF-A980-0521-CC25-8C9C0ABA0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935FF-073C-960E-AA85-F1C6161D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2358D-EE4E-FD3B-C9D2-6E28683D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6331-6E00-5577-9454-741FCAB3C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462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8616-95C9-50AE-2CAD-8BFDF236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429CC-FD1C-6F71-AF5D-7DED4012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4D28D-6EB9-59A6-6B00-FCC48D60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85F34-281A-1343-500D-19AB21615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18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A4C38-EF93-2B90-920A-32D70A19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564E3-7D13-A9AA-7F8C-BC807A7A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32D00-CB1A-2442-168F-D70934FA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301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038D-3B88-368C-9C7B-310802F0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2E0F3-741A-D3AE-8E76-98D08DFA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6B303-6D48-1239-1482-30018CCCE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EF587-969D-5BAD-D7B2-622D2F12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25162-5338-15AF-52A1-60ED786E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118B3-E185-9527-A998-C603DA26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751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BC42-4A2A-489F-90A1-FE6F1B66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90F31-1552-F2E7-50AD-2A2DA482B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D6A83-7945-BE9B-1DB4-0AD6CD14C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791BC-0000-7A3D-0F15-B26DB9C3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17C77-98C2-2DE5-3F05-B4F2796A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574B4-17FE-B728-0D9D-A0312806E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703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0833-459F-AC7C-9173-8D4F0B5E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8D344-A3F0-7499-4B62-A44B0909B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E7112-CBCB-C5E4-09B1-503EF28C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656F7-A070-D210-D75D-A8548EF4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C777E-74B6-06FC-C94E-60A6F02D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598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E2303-402B-8CF5-56A9-5B671A27D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D49A6-95D1-ACC5-8B44-6EB1744D2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B5CF9-35F8-A12D-E016-21FD84DD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0F16-948B-C4ED-FA4F-C888333F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153AF-77C5-9F19-5A90-B50D6DAD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640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D428E-79FD-9782-24AF-5634542A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1EC7C-093F-362D-8079-9E43D33B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F2592-03C3-EAE1-D0D8-03A06F171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56F2E-1D06-4B3C-BFC7-60BA6A61B45E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5777-5B40-AA8C-0ED0-700EEBB95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F0F86-BA6D-B56B-4293-6A7D70360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DD581-6642-4936-96F3-B031B60332F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053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09DE4-6215-DDF1-245E-311726D7EF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MX" sz="4400" b="1" dirty="0"/>
              <a:t>Aplicación Modular en Python para Consumo de </a:t>
            </a:r>
            <a:r>
              <a:rPr lang="es-MX" sz="4400" b="1" dirty="0" err="1"/>
              <a:t>APIs</a:t>
            </a:r>
            <a:r>
              <a:rPr lang="es-MX" sz="4400" b="1" dirty="0"/>
              <a:t>, Procesamiento de Datos y Visualización Estadística</a:t>
            </a:r>
            <a:endParaRPr lang="es-MX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17B73-00F9-4AAC-55EE-966724894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PIA de Programación Básica</a:t>
            </a:r>
          </a:p>
        </p:txBody>
      </p:sp>
    </p:spTree>
    <p:extLst>
      <p:ext uri="{BB962C8B-B14F-4D97-AF65-F5344CB8AC3E}">
        <p14:creationId xmlns:p14="http://schemas.microsoft.com/office/powerpoint/2010/main" val="233553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36A2-77D7-6AD5-1024-2BEDB3B9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🎯 Objetivo del proyecto</a:t>
            </a:r>
            <a:endParaRPr lang="es-MX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50481-11C4-AA9D-1000-115B1F006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MX" dirty="0"/>
              <a:t>Consuma una </a:t>
            </a:r>
            <a:r>
              <a:rPr lang="es-MX" b="1" dirty="0"/>
              <a:t>API pública real</a:t>
            </a:r>
            <a:endParaRPr lang="es-MX" dirty="0"/>
          </a:p>
          <a:p>
            <a:pPr lvl="0"/>
            <a:r>
              <a:rPr lang="es-MX" dirty="0"/>
              <a:t>Procese </a:t>
            </a:r>
            <a:r>
              <a:rPr lang="es-MX" b="1" dirty="0"/>
              <a:t>datos anidados en JSON</a:t>
            </a:r>
            <a:endParaRPr lang="es-MX" dirty="0"/>
          </a:p>
          <a:p>
            <a:pPr lvl="0"/>
            <a:r>
              <a:rPr lang="es-MX" dirty="0"/>
              <a:t>Valide y limpie datos con </a:t>
            </a:r>
            <a:r>
              <a:rPr lang="es-MX" b="1" dirty="0"/>
              <a:t>expresiones regulares (</a:t>
            </a:r>
            <a:r>
              <a:rPr lang="es-MX" b="1" dirty="0" err="1"/>
              <a:t>regex</a:t>
            </a:r>
            <a:r>
              <a:rPr lang="es-MX" b="1" dirty="0"/>
              <a:t>)</a:t>
            </a:r>
            <a:endParaRPr lang="es-MX" dirty="0"/>
          </a:p>
          <a:p>
            <a:pPr lvl="0"/>
            <a:r>
              <a:rPr lang="es-MX" dirty="0"/>
              <a:t>Maneje errores con </a:t>
            </a:r>
            <a:r>
              <a:rPr lang="es-MX" b="1" dirty="0"/>
              <a:t>excepciones</a:t>
            </a:r>
            <a:endParaRPr lang="es-MX" dirty="0"/>
          </a:p>
          <a:p>
            <a:pPr lvl="0"/>
            <a:r>
              <a:rPr lang="es-MX" dirty="0"/>
              <a:t>Use </a:t>
            </a:r>
            <a:r>
              <a:rPr lang="es-MX" b="1" dirty="0"/>
              <a:t>os</a:t>
            </a:r>
            <a:r>
              <a:rPr lang="es-MX" dirty="0"/>
              <a:t> y </a:t>
            </a:r>
            <a:r>
              <a:rPr lang="es-MX" b="1" dirty="0" err="1"/>
              <a:t>sys</a:t>
            </a:r>
            <a:r>
              <a:rPr lang="es-MX" dirty="0"/>
              <a:t> para rutas, carpetas y parámetros por línea de comandos</a:t>
            </a:r>
          </a:p>
          <a:p>
            <a:pPr lvl="0"/>
            <a:r>
              <a:rPr lang="es-MX" dirty="0"/>
              <a:t>Genere archivos </a:t>
            </a:r>
            <a:r>
              <a:rPr lang="es-MX" b="1" dirty="0"/>
              <a:t>JSON/CSV</a:t>
            </a:r>
            <a:endParaRPr lang="es-MX" dirty="0"/>
          </a:p>
          <a:p>
            <a:pPr lvl="0"/>
            <a:r>
              <a:rPr lang="es-MX" dirty="0"/>
              <a:t>Realice </a:t>
            </a:r>
            <a:r>
              <a:rPr lang="es-MX" b="1" dirty="0"/>
              <a:t>análisis estadístico</a:t>
            </a:r>
            <a:r>
              <a:rPr lang="es-MX" dirty="0"/>
              <a:t> (media, mediana, moda, tablas de frecuencia)</a:t>
            </a:r>
          </a:p>
          <a:p>
            <a:pPr lvl="0"/>
            <a:r>
              <a:rPr lang="es-MX" dirty="0"/>
              <a:t>Genere </a:t>
            </a:r>
            <a:r>
              <a:rPr lang="es-MX" b="1" dirty="0"/>
              <a:t>al menos 4 gráficas profesionales</a:t>
            </a:r>
            <a:r>
              <a:rPr lang="es-MX" dirty="0"/>
              <a:t> con </a:t>
            </a:r>
            <a:r>
              <a:rPr lang="es-MX" dirty="0" err="1"/>
              <a:t>Matplotlib</a:t>
            </a:r>
            <a:endParaRPr lang="es-MX" dirty="0"/>
          </a:p>
          <a:p>
            <a:pPr lvl="0"/>
            <a:r>
              <a:rPr lang="es-MX" dirty="0"/>
              <a:t>Cree un archivo </a:t>
            </a:r>
            <a:r>
              <a:rPr lang="es-MX" b="1" dirty="0"/>
              <a:t>Excel con </a:t>
            </a:r>
            <a:r>
              <a:rPr lang="es-MX" b="1" dirty="0" err="1"/>
              <a:t>openpyxl</a:t>
            </a:r>
            <a:r>
              <a:rPr lang="es-MX" dirty="0"/>
              <a:t> (solo datos tabulares)</a:t>
            </a:r>
          </a:p>
          <a:p>
            <a:pPr lvl="0"/>
            <a:r>
              <a:rPr lang="es-MX" dirty="0"/>
              <a:t>Siga las buenas prácticas de estilo </a:t>
            </a:r>
            <a:r>
              <a:rPr lang="es-MX" b="1" dirty="0"/>
              <a:t>PEP 8</a:t>
            </a:r>
            <a:endParaRPr lang="es-MX" dirty="0"/>
          </a:p>
          <a:p>
            <a:pPr lvl="0"/>
            <a:r>
              <a:rPr lang="es-MX" dirty="0"/>
              <a:t>Se publique en </a:t>
            </a:r>
            <a:r>
              <a:rPr lang="es-MX" b="1" dirty="0"/>
              <a:t>GitHub</a:t>
            </a:r>
            <a:r>
              <a:rPr lang="es-MX" dirty="0"/>
              <a:t> con </a:t>
            </a:r>
            <a:r>
              <a:rPr lang="es-MX" dirty="0" err="1"/>
              <a:t>commits</a:t>
            </a:r>
            <a:r>
              <a:rPr lang="es-MX" dirty="0"/>
              <a:t> distribuidos</a:t>
            </a:r>
          </a:p>
        </p:txBody>
      </p:sp>
    </p:spTree>
    <p:extLst>
      <p:ext uri="{BB962C8B-B14F-4D97-AF65-F5344CB8AC3E}">
        <p14:creationId xmlns:p14="http://schemas.microsoft.com/office/powerpoint/2010/main" val="354314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5427-28EC-F5AA-4EDC-205FA650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⭐ ENTREGABLES DEL PIA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D159B6-7DA6-5875-2330-FDFC553C9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559805"/>
              </p:ext>
            </p:extLst>
          </p:nvPr>
        </p:nvGraphicFramePr>
        <p:xfrm>
          <a:off x="838200" y="1633599"/>
          <a:ext cx="10515600" cy="4615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6038">
                  <a:extLst>
                    <a:ext uri="{9D8B030D-6E8A-4147-A177-3AD203B41FA5}">
                      <a16:colId xmlns:a16="http://schemas.microsoft.com/office/drawing/2014/main" val="3777156364"/>
                    </a:ext>
                  </a:extLst>
                </a:gridCol>
                <a:gridCol w="1666754">
                  <a:extLst>
                    <a:ext uri="{9D8B030D-6E8A-4147-A177-3AD203B41FA5}">
                      <a16:colId xmlns:a16="http://schemas.microsoft.com/office/drawing/2014/main" val="823452077"/>
                    </a:ext>
                  </a:extLst>
                </a:gridCol>
                <a:gridCol w="6504973">
                  <a:extLst>
                    <a:ext uri="{9D8B030D-6E8A-4147-A177-3AD203B41FA5}">
                      <a16:colId xmlns:a16="http://schemas.microsoft.com/office/drawing/2014/main" val="3259770621"/>
                    </a:ext>
                  </a:extLst>
                </a:gridCol>
                <a:gridCol w="1827835">
                  <a:extLst>
                    <a:ext uri="{9D8B030D-6E8A-4147-A177-3AD203B41FA5}">
                      <a16:colId xmlns:a16="http://schemas.microsoft.com/office/drawing/2014/main" val="3268850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S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Entregable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Contenido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Fecha de entrega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78243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1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0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Equipo, API elegida, problema a analizar, repo creado, primer request funcional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27 marzo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6746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2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1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Script 1 v0: conexión a API, manejo de errores, guardado de JSON crudo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17 abril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055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3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2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Script 1 final: validación con </a:t>
                      </a:r>
                      <a:r>
                        <a:rPr lang="es-MX" sz="2000" kern="100" dirty="0" err="1">
                          <a:effectLst/>
                        </a:rPr>
                        <a:t>regex</a:t>
                      </a:r>
                      <a:r>
                        <a:rPr lang="es-MX" sz="2000" kern="100" dirty="0">
                          <a:effectLst/>
                        </a:rPr>
                        <a:t>, limpieza, normalización, uso de os/</a:t>
                      </a:r>
                      <a:r>
                        <a:rPr lang="es-MX" sz="2000" kern="100" dirty="0" err="1">
                          <a:effectLst/>
                        </a:rPr>
                        <a:t>sys</a:t>
                      </a:r>
                      <a:r>
                        <a:rPr lang="es-MX" sz="2000" kern="100" dirty="0">
                          <a:effectLst/>
                        </a:rPr>
                        <a:t>, modularidad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24 abril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188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4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Avance 3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Script 2 v0: estadísticas (media, mediana, moda), tablas de frecuencia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1 mayo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2115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5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Entrega final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Scripts finales, Excel con datos tabulares, 4 gráficas, README profesional, informe técnico, reflexión individual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8 mayo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8445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6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Presentación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</a:rPr>
                        <a:t>Demo del proyecto, defensa técnica, explicación del pipeline</a:t>
                      </a:r>
                      <a:endParaRPr lang="es-MX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</a:rPr>
                        <a:t>11-14 mayo</a:t>
                      </a:r>
                      <a:endParaRPr lang="es-MX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7620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59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A0B5-5323-CFDE-CC27-5E545D0C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⭐ EVALUACIÓN DEL PIA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DE9B30-D375-7384-C3D1-E58698505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691284"/>
              </p:ext>
            </p:extLst>
          </p:nvPr>
        </p:nvGraphicFramePr>
        <p:xfrm>
          <a:off x="838200" y="1746164"/>
          <a:ext cx="10515600" cy="417595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9127603">
                  <a:extLst>
                    <a:ext uri="{9D8B030D-6E8A-4147-A177-3AD203B41FA5}">
                      <a16:colId xmlns:a16="http://schemas.microsoft.com/office/drawing/2014/main" val="2592298756"/>
                    </a:ext>
                  </a:extLst>
                </a:gridCol>
                <a:gridCol w="1387997">
                  <a:extLst>
                    <a:ext uri="{9D8B030D-6E8A-4147-A177-3AD203B41FA5}">
                      <a16:colId xmlns:a16="http://schemas.microsoft.com/office/drawing/2014/main" val="2967316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Entregable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Valor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367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Avance 0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5%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1850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Avance 1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10%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0094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Avance 2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15%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357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Avance 3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15%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753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Entrega final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35%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4959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Presentación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>
                          <a:effectLst/>
                        </a:rPr>
                        <a:t>10%</a:t>
                      </a:r>
                      <a:endParaRPr lang="es-MX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4862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Colaboración </a:t>
                      </a:r>
                      <a:r>
                        <a:rPr lang="es-MX" sz="2800" kern="100" dirty="0">
                          <a:effectLst/>
                        </a:rPr>
                        <a:t>(</a:t>
                      </a:r>
                      <a:r>
                        <a:rPr lang="es-MX" sz="2800" kern="100" dirty="0" err="1">
                          <a:effectLst/>
                        </a:rPr>
                        <a:t>commits</a:t>
                      </a:r>
                      <a:r>
                        <a:rPr lang="es-MX" sz="2800" kern="100" dirty="0">
                          <a:effectLst/>
                        </a:rPr>
                        <a:t>, roles, auto/</a:t>
                      </a:r>
                      <a:r>
                        <a:rPr lang="es-MX" sz="2800" kern="100" dirty="0" err="1">
                          <a:effectLst/>
                        </a:rPr>
                        <a:t>co-evaluación</a:t>
                      </a:r>
                      <a:r>
                        <a:rPr lang="es-MX" sz="2800" kern="100" dirty="0">
                          <a:effectLst/>
                        </a:rPr>
                        <a:t>)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3200" kern="100" dirty="0">
                          <a:effectLst/>
                        </a:rPr>
                        <a:t>10%</a:t>
                      </a:r>
                      <a:endParaRPr lang="es-MX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4052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91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288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Aplicación Modular en Python para Consumo de APIs, Procesamiento de Datos y Visualización Estadística</vt:lpstr>
      <vt:lpstr>🎯 Objetivo del proyecto</vt:lpstr>
      <vt:lpstr>⭐ ENTREGABLES DEL PIA</vt:lpstr>
      <vt:lpstr>⭐ EVALUACIÓN DEL PIA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Perla Marlene Viera González</dc:creator>
  <cp:lastModifiedBy>Perla Marlene Viera González</cp:lastModifiedBy>
  <cp:revision>1</cp:revision>
  <dcterms:created xsi:type="dcterms:W3CDTF">2026-03-23T15:50:43Z</dcterms:created>
  <dcterms:modified xsi:type="dcterms:W3CDTF">2026-03-23T16:38:54Z</dcterms:modified>
</cp:coreProperties>
</file>